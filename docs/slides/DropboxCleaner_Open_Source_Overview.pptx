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713232"/>
            <a:ext cx="3346704" cy="5230368"/>
          </a:xfrm>
          <a:prstGeom prst="roundRect">
            <a:avLst>
              <a:gd name="adj" fmla="val 2732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0496" y="1115568"/>
            <a:ext cx="2651760" cy="2651760"/>
          </a:xfrm>
          <a:prstGeom prst="arc">
            <a:avLst/>
          </a:prstGeom>
          <a:solidFill>
            <a:srgbClr val="0F4C81">
              <a:alpha val="0"/>
            </a:srgbClr>
          </a:solidFill>
          <a:ln w="12700">
            <a:solidFill>
              <a:srgbClr val="2BB0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41664" y="1316736"/>
            <a:ext cx="2240280" cy="2240280"/>
          </a:xfrm>
          <a:prstGeom prst="arc">
            <a:avLst/>
          </a:prstGeom>
          <a:solidFill>
            <a:srgbClr val="0F4C81">
              <a:alpha val="0"/>
            </a:srgbClr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5303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Dropbox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267712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staged archiving for personal Dropbox accounts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798064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local-first desktop utility that inventories Dropbox content, identifies older files, and stages archive copies into a dedicated Dropbox archive folder without deleting or moving originals.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4041648"/>
            <a:ext cx="1536192" cy="310896"/>
          </a:xfrm>
          <a:prstGeom prst="roundRect">
            <a:avLst>
              <a:gd name="adj" fmla="val 29412"/>
            </a:avLst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0873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4288" y="4041648"/>
            <a:ext cx="1792224" cy="310896"/>
          </a:xfrm>
          <a:prstGeom prst="roundRect">
            <a:avLst>
              <a:gd name="adj" fmla="val 29412"/>
            </a:avLst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40873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4528" y="4041648"/>
            <a:ext cx="2048256" cy="310896"/>
          </a:xfrm>
          <a:prstGeom prst="roundRect">
            <a:avLst>
              <a:gd name="adj" fmla="val 2941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4087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Resume-safe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4681728"/>
            <a:ext cx="2066544" cy="1060704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73152" cy="1060704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8463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 UX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51937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GUI for non-technical users plus a shared CLI for advanced workflows.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71216" y="4681728"/>
            <a:ext cx="2066544" cy="1060704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1216" y="4681728"/>
            <a:ext cx="73152" cy="1060704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72384" y="48463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72384" y="51937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manifests, Markdown summaries, JSON outputs, and structured logs after every run.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84064" y="4681728"/>
            <a:ext cx="2066544" cy="1060704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4681728"/>
            <a:ext cx="73152" cy="10607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48463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Safety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85232" y="519379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Conflict-aware copy staging, checkpointed state, and Dropbox-side verification.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77072" y="4297680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trustworthy archive staging, clean handoff, and open-source distribution.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41080" y="5029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3.11+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Tkinter GUI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+ shared 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resumability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Dropbox Cleaner • Open-source project overview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Archive workflow users can trust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run follows the same staged sequence so the operator can validate before Dropbox changes are made.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1920240" cy="1975104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391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487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8163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Enumerate full Dropbox metadata under one or more selected roots.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596896" y="2871216"/>
            <a:ext cx="21945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874520"/>
            <a:ext cx="1920240" cy="1975104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0944" y="1975104"/>
            <a:ext cx="384048" cy="384048"/>
          </a:xfrm>
          <a:prstGeom prst="ellipse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20391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80944" y="2487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80944" y="28163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files older than the cutoff date and compute archive destinations.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773168" y="2871216"/>
            <a:ext cx="21945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10912" y="1874520"/>
            <a:ext cx="1920240" cy="1975104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7216" y="1975104"/>
            <a:ext cx="384048" cy="384048"/>
          </a:xfrm>
          <a:prstGeom prst="ellipse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0391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57216" y="2487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57216" y="28163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manifests, summaries, and planned actions in dry-run mode.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949440" y="2871216"/>
            <a:ext cx="21945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87184" y="1874520"/>
            <a:ext cx="1920240" cy="1975104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488" y="1975104"/>
            <a:ext cx="384048" cy="384048"/>
          </a:xfrm>
          <a:prstGeom prst="ellipse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20391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33488" y="2487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33488" y="28163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archive root and perform server-side copy operations only.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125712" y="2871216"/>
            <a:ext cx="21945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63456" y="1874520"/>
            <a:ext cx="1920240" cy="1975104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0" y="1975104"/>
            <a:ext cx="384048" cy="384048"/>
          </a:xfrm>
          <a:prstGeom prst="ellipse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20391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0" y="24871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509760" y="28163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matched sources against staged archive targets and report gaps.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13232" y="4370832"/>
            <a:ext cx="3657600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4370832"/>
            <a:ext cx="73152" cy="1170432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53542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feels safe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882896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Dry-run mode produces the same planning artifacts as a real run. The operator sees exactly what would be copied, where it would go, and whether Dropbox already contains matching or conflicting targets.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17136" y="4370832"/>
            <a:ext cx="3108960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7136" y="4370832"/>
            <a:ext cx="73152" cy="1170432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453542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scales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18304" y="4882896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streams inventory output, pages through Dropbox metadata, and checkpoints progress to SQLite so large accounts can resume cleanly after interruption.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90688" y="4370832"/>
            <a:ext cx="3675888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90688" y="4370832"/>
            <a:ext cx="73152" cy="117043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91856" y="453542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practical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991856" y="488289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backend powers the GUI and CLI, which keeps behavior consistent across non-technical and automation-friendly usage patterns.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Staged archive flow • inventory → filter → plan → stage → verify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desktop utility that stays approachable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exposes only the decisions that matter: where to look, how old is old, where to stage copies, and whether the run is dry or real.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68580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8580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568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956816" y="19568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Setup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926080" y="195681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/ Progress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187952" y="19568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1947672" y="2176272"/>
            <a:ext cx="822960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487168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2487168"/>
            <a:ext cx="73152" cy="129844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6517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43584" y="299923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OAuth PKCE, token storage, connection test, and account identity check in one place.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41648" y="2487168"/>
            <a:ext cx="3328416" cy="1298448"/>
          </a:xfrm>
          <a:prstGeom prst="roundRect">
            <a:avLst>
              <a:gd name="adj" fmla="val 5634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41648" y="2487168"/>
            <a:ext cx="73152" cy="1298448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42816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roots, cutoff date, archive root, output directory, dry-run or copy mode, and advanced safety settings.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42416" y="3968496"/>
            <a:ext cx="2798064" cy="1408176"/>
          </a:xfrm>
          <a:prstGeom prst="roundRect">
            <a:avLst>
              <a:gd name="adj" fmla="val 5195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3968496"/>
            <a:ext cx="73152" cy="14081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43584" y="4133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/ Progress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43584" y="4480560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label, live counters, real-time log output, and graceful cancellation while preserving run state.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41648" y="3968496"/>
            <a:ext cx="3328416" cy="1408176"/>
          </a:xfrm>
          <a:prstGeom prst="roundRect">
            <a:avLst>
              <a:gd name="adj" fmla="val 5195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1648" y="3968496"/>
            <a:ext cx="73152" cy="1408176"/>
          </a:xfrm>
          <a:prstGeom prst="rect">
            <a:avLst/>
          </a:prstGeom>
          <a:solidFill>
            <a:srgbClr val="F06B6B"/>
          </a:solidFill>
          <a:ln w="12700">
            <a:solidFill>
              <a:srgbClr val="F0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42816" y="41330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42816" y="448056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files, summary preview, conflict/failure preview, and resume access from the latest output folder.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91856" y="1847088"/>
            <a:ext cx="3493008" cy="1078992"/>
          </a:xfrm>
          <a:prstGeom prst="roundRect">
            <a:avLst>
              <a:gd name="adj" fmla="val 678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91856" y="1847088"/>
            <a:ext cx="73152" cy="1078992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20116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Operator-friendly defaults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93024" y="235915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Dry-run first, archive subtree excluded by default, and visible messaging that originals stay in place.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91856" y="3127248"/>
            <a:ext cx="3493008" cy="1078992"/>
          </a:xfrm>
          <a:prstGeom prst="roundRect">
            <a:avLst>
              <a:gd name="adj" fmla="val 678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91856" y="3127248"/>
            <a:ext cx="73152" cy="1078992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329184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terminal required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93024" y="363931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non-technical user can connect, configure, run, inspect artifacts, and resume work entirely from the desktop UI.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91856" y="4407408"/>
            <a:ext cx="3493008" cy="1078992"/>
          </a:xfrm>
          <a:prstGeom prst="roundRect">
            <a:avLst>
              <a:gd name="adj" fmla="val 678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91856" y="4407408"/>
            <a:ext cx="73152" cy="107899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457200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backend, two surfaces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93024" y="491947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GUI and CLI call the same orchestration layer, which keeps behavior consistent for demos, handoff, and scripted use.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User-facing product surface • designed for clear operation and low-risk archive staging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separation between product surface and core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structured for maintainability: thin interfaces at the edges, shared orchestration in the middle, and durable state underneath.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6384" y="1938528"/>
            <a:ext cx="2212848" cy="1024128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38528"/>
            <a:ext cx="73152" cy="102412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03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Tkinter GUI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4505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Connection, setup, progress, and results tabs for local desktop operation.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" y="3200400"/>
            <a:ext cx="2212848" cy="1024128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200400"/>
            <a:ext cx="73152" cy="1024128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36499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371246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and automation-friendly entry points using the same services.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01568" y="2395728"/>
            <a:ext cx="2322576" cy="1280160"/>
          </a:xfrm>
          <a:prstGeom prst="roundRect">
            <a:avLst>
              <a:gd name="adj" fmla="val 5000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52374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Orchestrator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3566160" y="2779776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inventory, filter, copy, verify, outputs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6053328" y="1810512"/>
            <a:ext cx="2267712" cy="786384"/>
          </a:xfrm>
          <a:prstGeom prst="roundRect">
            <a:avLst>
              <a:gd name="adj" fmla="val 8140"/>
            </a:avLst>
          </a:prstGeom>
          <a:solidFill>
            <a:srgbClr val="EAF2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385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Dropbox Adapter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metadata listing, copy APIs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053328" y="2743200"/>
            <a:ext cx="2267712" cy="786384"/>
          </a:xfrm>
          <a:prstGeom prst="roundRect">
            <a:avLst>
              <a:gd name="adj" fmla="val 8140"/>
            </a:avLst>
          </a:prstGeom>
          <a:solidFill>
            <a:srgbClr val="EAF2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7121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State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217920" y="31272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Runs, checkpoints, copy jobs, events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053328" y="3675888"/>
            <a:ext cx="2267712" cy="786384"/>
          </a:xfrm>
          <a:prstGeom prst="roundRect">
            <a:avLst>
              <a:gd name="adj" fmla="val 8140"/>
            </a:avLst>
          </a:prstGeom>
          <a:solidFill>
            <a:srgbClr val="EAF2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80390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Writers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217920" y="4059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CSV, JSON, Markdown, JSONL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8631936" y="1938528"/>
            <a:ext cx="2670048" cy="859536"/>
          </a:xfrm>
          <a:prstGeom prst="roundRect">
            <a:avLst>
              <a:gd name="adj" fmla="val 744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96528" y="20665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Dropbox API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8796528" y="232257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folder, get metadata, create folder, copy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8631936" y="3127248"/>
            <a:ext cx="2670048" cy="859536"/>
          </a:xfrm>
          <a:prstGeom prst="roundRect">
            <a:avLst>
              <a:gd name="adj" fmla="val 744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6528" y="325526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Output Folder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8796528" y="351129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directories, manifests, logs, summaries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8631936" y="4315968"/>
            <a:ext cx="2670048" cy="859536"/>
          </a:xfrm>
          <a:prstGeom prst="roundRect">
            <a:avLst>
              <a:gd name="adj" fmla="val 744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96528" y="44439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Layer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796528" y="470001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vs staged archive comparison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2999232" y="2450592"/>
            <a:ext cx="40233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999232" y="3712464"/>
            <a:ext cx="40233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24144" y="3035808"/>
            <a:ext cx="329184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321040" y="2322576"/>
            <a:ext cx="31089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321040" y="3511296"/>
            <a:ext cx="31089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321040" y="4700016"/>
            <a:ext cx="310896" cy="0"/>
          </a:xfrm>
          <a:prstGeom prst="line">
            <a:avLst/>
          </a:prstGeom>
          <a:noFill/>
          <a:ln w="12700">
            <a:solidFill>
              <a:srgbClr val="147EF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86384" y="5321808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" y="5321808"/>
            <a:ext cx="73152" cy="7498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5486400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87552" y="5833872"/>
            <a:ext cx="4626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work stays concentrated in services and reports, while the UI and CLI remain thin shells around shared behavior.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53328" y="5321808"/>
            <a:ext cx="5248656" cy="749808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53328" y="5321808"/>
            <a:ext cx="73152" cy="749808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5486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benefit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54496" y="5833872"/>
            <a:ext cx="493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Resumability, audit outputs, and Dropbox-side verification remain first-class concerns instead of being bolted on afterward.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structure • product surface, shared orchestration, durable state, and external integrations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+ AUDITABILITY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to create confidence before and after a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part of the product story is not just that it stages archive copies. It also tells the operator what happened, what was skipped, and what still needs attention.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8096" y="1828800"/>
            <a:ext cx="2157984" cy="1243584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28800"/>
            <a:ext cx="73152" cy="1243584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933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Copy-first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2340864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Dropbox files remain untouched. The initial workflow only creates staged archive copies inside Dropbox.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3824" y="1828800"/>
            <a:ext cx="2157984" cy="1243584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828800"/>
            <a:ext cx="73152" cy="1243584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9933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Conflict-aware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340864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archive targets are compared and classified as same or conflict instead of being overwritten silently.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9552" y="1828800"/>
            <a:ext cx="2157984" cy="1243584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9552" y="1828800"/>
            <a:ext cx="73152" cy="124358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9933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Resume-safe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2340864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written continuously to SQLite so already completed work is preserved after interruption.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1828800"/>
            <a:ext cx="3456432" cy="1243584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828800"/>
            <a:ext cx="73152" cy="1243584"/>
          </a:xfrm>
          <a:prstGeom prst="rect">
            <a:avLst/>
          </a:prstGeom>
          <a:solidFill>
            <a:srgbClr val="F06B6B"/>
          </a:solidFill>
          <a:ln w="12700">
            <a:solidFill>
              <a:srgbClr val="F0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199339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built 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56448" y="2340864"/>
            <a:ext cx="3145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source files are compared with staged archive targets so missing copies and conflicts stay visible.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" y="3657600"/>
            <a:ext cx="4864608" cy="18288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785616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Artifacts generated per run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932688" y="4041648"/>
            <a:ext cx="4535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inventory_full.csv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matched_pre_cutoff.csv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manifest_dry_run.csv / manifest_copy_run.csv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summary.json + summary.md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verification_report.csv + verification_report.json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app.log + app.jsonl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state.db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5888736" y="3657600"/>
            <a:ext cx="5522976" cy="18288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3785616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employers and clients care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6053328" y="4041648"/>
            <a:ext cx="5193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demonstrates careful systems thinking: explicit scope boundaries, durable state, deterministic outputs, and clear operational messaging that reduces user risk.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model • copy-first safety, resumability, conflict handling, and auditable run outputs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OPEN-SOURCE PACKAGE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 for public review and contributor handoff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now ships with the assets expected from a polished public project, not just a code dump.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8096" y="1847088"/>
            <a:ext cx="3401568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47088"/>
            <a:ext cx="73152" cy="1115568"/>
          </a:xfrm>
          <a:prstGeom prst="rect">
            <a:avLst/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0116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documentation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235915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README, quick-start usage, public workflow summary, and slide deck previews for fast orientation.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07408" y="1847088"/>
            <a:ext cx="3401568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847088"/>
            <a:ext cx="73152" cy="1115568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0116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health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35915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license, contributing guide, code of conduct, security policy, changelog, issue templates, and PR template.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847088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47088"/>
            <a:ext cx="73152" cy="111556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0116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hygiene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23591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ignore rules, editor settings, package metadata, dev requirements, and CI validation for tests, compile checks, and build output.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" y="3383280"/>
            <a:ext cx="5541264" cy="1920240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snapshot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877056"/>
            <a:ext cx="4901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dropbox_client/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persistence/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docs/slides/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1968" y="3383280"/>
            <a:ext cx="4809744" cy="192024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51129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public projects feel complete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6766560" y="3767328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repository is positioned to be reviewed by employers, collaborators, and open-source contributors without needing private context or handholding.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768096" y="5687568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147EFB"/>
          </a:solidFill>
          <a:ln w="12700">
            <a:solidFill>
              <a:srgbClr val="147E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7332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licensed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71216" y="5687568"/>
            <a:ext cx="2267712" cy="310896"/>
          </a:xfrm>
          <a:prstGeom prst="roundRect">
            <a:avLst>
              <a:gd name="adj" fmla="val 29412"/>
            </a:avLst>
          </a:prstGeom>
          <a:solidFill>
            <a:srgbClr val="1F9D8B"/>
          </a:solidFill>
          <a:ln w="12700">
            <a:solidFill>
              <a:srgbClr val="1F9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573328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Cross-platform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21808" y="5687568"/>
            <a:ext cx="2798064" cy="310896"/>
          </a:xfrm>
          <a:prstGeom prst="roundRect">
            <a:avLst>
              <a:gd name="adj" fmla="val 2941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573328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+ buildable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39328" y="5687568"/>
            <a:ext cx="3054096" cy="310896"/>
          </a:xfrm>
          <a:prstGeom prst="roundRect">
            <a:avLst>
              <a:gd name="adj" fmla="val 29412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5733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included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release posture • docs, governance, CI, and presentation assets included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Dropbox Cleaner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Dropbox Cleaner</dc:title>
  <dc:subject>Open-source project overview</dc:subject>
  <dc:creator>Dropbox Cleaner contributors</dc:creator>
  <cp:lastModifiedBy>Dropbox Cleaner contributors</cp:lastModifiedBy>
  <cp:revision>1</cp:revision>
  <dcterms:created xsi:type="dcterms:W3CDTF">2026-04-17T13:39:25Z</dcterms:created>
  <dcterms:modified xsi:type="dcterms:W3CDTF">2026-04-17T13:39:25Z</dcterms:modified>
</cp:coreProperties>
</file>